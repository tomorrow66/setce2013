
<file path=[Content_Types].xml><?xml version="1.0" encoding="utf-8"?>
<Types xmlns="http://schemas.openxmlformats.org/package/2006/content-types"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customXml/itemProps4.xml" ContentType="application/vnd.openxmlformats-officedocument.customXmlProperties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</p:sldMasterIdLst>
  <p:notesMasterIdLst>
    <p:notesMasterId r:id="rId9"/>
  </p:notesMasterIdLst>
  <p:handoutMasterIdLst>
    <p:handoutMasterId r:id="rId10"/>
  </p:handoutMasterIdLst>
  <p:sldIdLst>
    <p:sldId id="417" r:id="rId6"/>
    <p:sldId id="418" r:id="rId7"/>
    <p:sldId id="419" r:id="rId8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00AA50"/>
    <a:srgbClr val="FF0000"/>
    <a:srgbClr val="009D57"/>
    <a:srgbClr val="FFFF99"/>
    <a:srgbClr val="FF3399"/>
    <a:srgbClr val="E9E6D7"/>
    <a:srgbClr val="0594FF"/>
    <a:srgbClr val="780032"/>
    <a:srgbClr val="7AC142"/>
    <a:srgbClr val="52BDEC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641" autoAdjust="0"/>
    <p:restoredTop sz="99149" autoAdjust="0"/>
  </p:normalViewPr>
  <p:slideViewPr>
    <p:cSldViewPr>
      <p:cViewPr>
        <p:scale>
          <a:sx n="90" d="100"/>
          <a:sy n="90" d="100"/>
        </p:scale>
        <p:origin x="-234" y="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>
      <p:cViewPr>
        <p:scale>
          <a:sx n="80" d="100"/>
          <a:sy n="80" d="100"/>
        </p:scale>
        <p:origin x="-1938" y="-78"/>
      </p:cViewPr>
      <p:guideLst>
        <p:guide orient="horz" pos="2928"/>
        <p:guide pos="2208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presProps" Target="presProps.xml"/><Relationship Id="rId5" Type="http://schemas.openxmlformats.org/officeDocument/2006/relationships/slideMaster" Target="slideMasters/slideMaster1.xml"/><Relationship Id="rId10" Type="http://schemas.openxmlformats.org/officeDocument/2006/relationships/handoutMaster" Target="handoutMasters/handoutMaster1.xml"/><Relationship Id="rId4" Type="http://schemas.openxmlformats.org/officeDocument/2006/relationships/customXml" Target="../customXml/item4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050781-B1F5-4B92-87BC-E439C5246C8A}" type="datetimeFigureOut">
              <a:rPr lang="en-US" smtClean="0"/>
              <a:pPr/>
              <a:t>06/28/2013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793ECC-2F91-413A-92E1-05225AF3274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0796981D-1B90-48F0-8ACD-F504B659A3C4}" type="datetimeFigureOut">
              <a:rPr lang="en-US"/>
              <a:pPr>
                <a:defRPr/>
              </a:pPr>
              <a:t>06/28/2013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vert="horz" lIns="93177" tIns="46589" rIns="93177" bIns="46589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CB1E04C4-209E-42C0-BB16-60A19275D14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96588876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>
            <a:off x="685800" y="3733800"/>
            <a:ext cx="7772400" cy="0"/>
          </a:xfrm>
          <a:prstGeom prst="line">
            <a:avLst/>
          </a:prstGeom>
          <a:ln w="50800" cap="rnd">
            <a:solidFill>
              <a:srgbClr val="009D5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6" descr="Hope-and-Will.jpg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7197725" y="5249863"/>
            <a:ext cx="1946275" cy="160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b" anchorCtr="0">
            <a:normAutofit/>
          </a:bodyPr>
          <a:lstStyle>
            <a:lvl1pPr algn="l">
              <a:defRPr sz="440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886200"/>
            <a:ext cx="6400800" cy="914400"/>
          </a:xfrm>
        </p:spPr>
        <p:txBody>
          <a:bodyPr/>
          <a:lstStyle>
            <a:lvl1pPr marL="0" indent="0" algn="l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>
            <a:off x="685800" y="3733800"/>
            <a:ext cx="7772400" cy="0"/>
          </a:xfrm>
          <a:prstGeom prst="line">
            <a:avLst/>
          </a:prstGeom>
          <a:ln w="50800" cap="rnd">
            <a:solidFill>
              <a:srgbClr val="009D5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b" anchorCtr="0">
            <a:normAutofit/>
          </a:bodyPr>
          <a:lstStyle>
            <a:lvl1pPr algn="l">
              <a:defRPr sz="440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886200"/>
            <a:ext cx="4572000" cy="914400"/>
          </a:xfrm>
        </p:spPr>
        <p:txBody>
          <a:bodyPr/>
          <a:lstStyle>
            <a:lvl1pPr marL="0" indent="0" algn="l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pic>
        <p:nvPicPr>
          <p:cNvPr id="8" name="Picture 7" descr="logo with tag rgb horz.jpg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5486400" y="5621020"/>
            <a:ext cx="3048000" cy="1054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 descr="Hope-and-Will.jpg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7197725" y="5249863"/>
            <a:ext cx="1946275" cy="160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" y="5387975"/>
            <a:ext cx="7086600" cy="1317625"/>
          </a:xfrm>
        </p:spPr>
        <p:txBody>
          <a:bodyPr anchor="b" anchorCtr="0">
            <a:normAutofit/>
          </a:bodyPr>
          <a:lstStyle>
            <a:lvl1pPr algn="l">
              <a:defRPr sz="440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62000"/>
          </a:xfrm>
        </p:spPr>
        <p:txBody>
          <a:bodyPr anchor="ctr" anchorCtr="0"/>
          <a:lstStyle>
            <a:lvl1pPr>
              <a:defRPr>
                <a:latin typeface="+mj-l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457200" y="1066800"/>
            <a:ext cx="8229600" cy="0"/>
          </a:xfrm>
          <a:prstGeom prst="line">
            <a:avLst/>
          </a:prstGeom>
          <a:ln w="50800" cap="rnd">
            <a:solidFill>
              <a:srgbClr val="009D5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029200"/>
          </a:xfr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pic>
        <p:nvPicPr>
          <p:cNvPr id="8" name="Picture 6" descr="Hope-and-Will.jpg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7269163" y="6299835"/>
            <a:ext cx="1112837" cy="558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Box 8"/>
          <p:cNvSpPr txBox="1"/>
          <p:nvPr userDrawn="1"/>
        </p:nvSpPr>
        <p:spPr>
          <a:xfrm>
            <a:off x="990600" y="6550025"/>
            <a:ext cx="6477000" cy="307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Children’s Healthcare of Atlanta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8382000" y="6544310"/>
            <a:ext cx="381000" cy="365125"/>
          </a:xfrm>
        </p:spPr>
        <p:txBody>
          <a:bodyPr/>
          <a:lstStyle>
            <a:lvl1pPr>
              <a:defRPr sz="110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fld id="{01D945C9-0277-4107-B589-EC55ECD240BC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pic>
        <p:nvPicPr>
          <p:cNvPr id="5" name="Picture 6" descr="Hope-and-Will.jpg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7269163" y="6299835"/>
            <a:ext cx="1112837" cy="558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 userDrawn="1"/>
        </p:nvSpPr>
        <p:spPr>
          <a:xfrm>
            <a:off x="990600" y="6550025"/>
            <a:ext cx="6477000" cy="307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+mn-lt"/>
              </a:rPr>
              <a:t>Children’s Healthcare of Atlanta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876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8382000" y="6544310"/>
            <a:ext cx="381000" cy="365125"/>
          </a:xfrm>
        </p:spPr>
        <p:txBody>
          <a:bodyPr/>
          <a:lstStyle>
            <a:lvl1pPr>
              <a:defRPr sz="11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01D945C9-0277-4107-B589-EC55ECD240BC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457200" y="1219200"/>
            <a:ext cx="8229600" cy="0"/>
          </a:xfrm>
          <a:prstGeom prst="line">
            <a:avLst/>
          </a:prstGeom>
          <a:ln w="50800" cap="rnd">
            <a:solidFill>
              <a:srgbClr val="009D5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>
            <a:lvl1pPr>
              <a:defRPr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371600"/>
            <a:ext cx="4038600" cy="4754563"/>
          </a:xfrm>
        </p:spPr>
        <p:txBody>
          <a:bodyPr/>
          <a:lstStyle>
            <a:lvl1pPr>
              <a:defRPr sz="2800">
                <a:latin typeface="+mj-lt"/>
              </a:defRPr>
            </a:lvl1pPr>
            <a:lvl2pPr>
              <a:defRPr sz="2400">
                <a:latin typeface="+mj-lt"/>
              </a:defRPr>
            </a:lvl2pPr>
            <a:lvl3pPr>
              <a:defRPr sz="2000">
                <a:latin typeface="+mj-lt"/>
              </a:defRPr>
            </a:lvl3pPr>
            <a:lvl4pPr>
              <a:defRPr sz="1800">
                <a:latin typeface="+mj-lt"/>
              </a:defRPr>
            </a:lvl4pPr>
            <a:lvl5pPr>
              <a:defRPr sz="1800">
                <a:latin typeface="+mj-lt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71600"/>
            <a:ext cx="4038600" cy="4754563"/>
          </a:xfrm>
        </p:spPr>
        <p:txBody>
          <a:bodyPr/>
          <a:lstStyle>
            <a:lvl1pPr>
              <a:defRPr sz="2800">
                <a:latin typeface="+mj-lt"/>
              </a:defRPr>
            </a:lvl1pPr>
            <a:lvl2pPr>
              <a:defRPr sz="2400">
                <a:latin typeface="+mj-lt"/>
              </a:defRPr>
            </a:lvl2pPr>
            <a:lvl3pPr>
              <a:defRPr sz="2000">
                <a:latin typeface="+mj-lt"/>
              </a:defRPr>
            </a:lvl3pPr>
            <a:lvl4pPr>
              <a:defRPr sz="1800">
                <a:latin typeface="+mj-lt"/>
              </a:defRPr>
            </a:lvl4pPr>
            <a:lvl5pPr>
              <a:defRPr sz="1800">
                <a:latin typeface="+mj-lt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pic>
        <p:nvPicPr>
          <p:cNvPr id="8" name="Picture 6" descr="Hope-and-Will.jpg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7269163" y="6299835"/>
            <a:ext cx="1112837" cy="558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Box 8"/>
          <p:cNvSpPr txBox="1"/>
          <p:nvPr userDrawn="1"/>
        </p:nvSpPr>
        <p:spPr>
          <a:xfrm>
            <a:off x="990600" y="6550025"/>
            <a:ext cx="6477000" cy="307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Children’s Healthcare of Atlanta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8382000" y="6544310"/>
            <a:ext cx="381000" cy="365125"/>
          </a:xfrm>
        </p:spPr>
        <p:txBody>
          <a:bodyPr/>
          <a:lstStyle>
            <a:lvl1pPr>
              <a:defRPr sz="110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fld id="{01D945C9-0277-4107-B589-EC55ECD240BC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457200" y="1219200"/>
            <a:ext cx="8229600" cy="0"/>
          </a:xfrm>
          <a:prstGeom prst="line">
            <a:avLst/>
          </a:prstGeom>
          <a:ln w="50800" cap="rnd">
            <a:solidFill>
              <a:srgbClr val="009D5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>
            <a:lvl1pPr>
              <a:defRPr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457200" y="1219200"/>
            <a:ext cx="8229600" cy="0"/>
          </a:xfrm>
          <a:prstGeom prst="line">
            <a:avLst/>
          </a:prstGeom>
          <a:ln w="50800" cap="rnd">
            <a:solidFill>
              <a:srgbClr val="009D5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76608"/>
            <a:ext cx="4040188" cy="715962"/>
          </a:xfrm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rgbClr val="009D57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209800"/>
            <a:ext cx="4040188" cy="4038600"/>
          </a:xfrm>
        </p:spPr>
        <p:txBody>
          <a:bodyPr/>
          <a:lstStyle>
            <a:lvl1pPr>
              <a:defRPr sz="2400">
                <a:latin typeface="+mj-lt"/>
              </a:defRPr>
            </a:lvl1pPr>
            <a:lvl2pPr>
              <a:defRPr sz="2000">
                <a:latin typeface="+mj-lt"/>
              </a:defRPr>
            </a:lvl2pPr>
            <a:lvl3pPr>
              <a:defRPr sz="1800">
                <a:latin typeface="+mj-lt"/>
              </a:defRPr>
            </a:lvl3pPr>
            <a:lvl4pPr>
              <a:defRPr sz="1600">
                <a:latin typeface="+mj-lt"/>
              </a:defRPr>
            </a:lvl4pPr>
            <a:lvl5pPr>
              <a:defRPr sz="1600">
                <a:latin typeface="+mj-lt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376608"/>
            <a:ext cx="4041775" cy="7159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009D57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209800"/>
            <a:ext cx="4041775" cy="4038600"/>
          </a:xfrm>
        </p:spPr>
        <p:txBody>
          <a:bodyPr/>
          <a:lstStyle>
            <a:lvl1pPr>
              <a:defRPr sz="2400">
                <a:latin typeface="+mj-lt"/>
              </a:defRPr>
            </a:lvl1pPr>
            <a:lvl2pPr>
              <a:defRPr sz="2000">
                <a:latin typeface="+mj-lt"/>
              </a:defRPr>
            </a:lvl2pPr>
            <a:lvl3pPr>
              <a:defRPr sz="1800">
                <a:latin typeface="+mj-lt"/>
              </a:defRPr>
            </a:lvl3pPr>
            <a:lvl4pPr>
              <a:defRPr sz="1600">
                <a:latin typeface="+mj-lt"/>
              </a:defRPr>
            </a:lvl4pPr>
            <a:lvl5pPr>
              <a:defRPr sz="1600">
                <a:latin typeface="+mj-lt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pic>
        <p:nvPicPr>
          <p:cNvPr id="10" name="Picture 6" descr="Hope-and-Will.jpg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7269163" y="6299835"/>
            <a:ext cx="1112837" cy="558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TextBox 10"/>
          <p:cNvSpPr txBox="1"/>
          <p:nvPr userDrawn="1"/>
        </p:nvSpPr>
        <p:spPr>
          <a:xfrm>
            <a:off x="990600" y="6550025"/>
            <a:ext cx="6477000" cy="307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Children’s Healthcare of Atlanta</a:t>
            </a: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8382000" y="6544310"/>
            <a:ext cx="381000" cy="365125"/>
          </a:xfrm>
        </p:spPr>
        <p:txBody>
          <a:bodyPr/>
          <a:lstStyle>
            <a:lvl1pPr>
              <a:defRPr sz="110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fld id="{01D945C9-0277-4107-B589-EC55ECD240BC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 userDrawn="1"/>
        </p:nvCxnSpPr>
        <p:spPr>
          <a:xfrm>
            <a:off x="457200" y="1219200"/>
            <a:ext cx="8229600" cy="0"/>
          </a:xfrm>
          <a:prstGeom prst="line">
            <a:avLst/>
          </a:prstGeom>
          <a:ln w="50800" cap="rnd">
            <a:solidFill>
              <a:srgbClr val="009D5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>
            <a:lvl1pPr>
              <a:defRPr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pic>
        <p:nvPicPr>
          <p:cNvPr id="6" name="Picture 6" descr="Hope-and-Will.jpg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7269163" y="6299835"/>
            <a:ext cx="1112837" cy="558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 userDrawn="1"/>
        </p:nvSpPr>
        <p:spPr>
          <a:xfrm>
            <a:off x="990600" y="6550025"/>
            <a:ext cx="6477000" cy="307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Children’s Healthcare of Atlanta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8382000" y="6544310"/>
            <a:ext cx="381000" cy="365125"/>
          </a:xfrm>
        </p:spPr>
        <p:txBody>
          <a:bodyPr/>
          <a:lstStyle>
            <a:lvl1pPr>
              <a:defRPr sz="110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fld id="{01D945C9-0277-4107-B589-EC55ECD240BC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 userDrawn="1"/>
        </p:nvCxnSpPr>
        <p:spPr>
          <a:xfrm>
            <a:off x="457200" y="1219200"/>
            <a:ext cx="8229600" cy="0"/>
          </a:xfrm>
          <a:prstGeom prst="line">
            <a:avLst/>
          </a:prstGeom>
          <a:ln w="50800" cap="rnd">
            <a:solidFill>
              <a:srgbClr val="009D5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>
            <a:lvl1pPr>
              <a:defRPr>
                <a:latin typeface="+mj-l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1752600" y="6550025"/>
            <a:ext cx="6477000" cy="307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Children’s Healthcare of Atlanta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8382000" y="6544310"/>
            <a:ext cx="381000" cy="365125"/>
          </a:xfrm>
        </p:spPr>
        <p:txBody>
          <a:bodyPr/>
          <a:lstStyle>
            <a:lvl1pPr>
              <a:defRPr sz="110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fld id="{01D945C9-0277-4107-B589-EC55ECD240BC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 userDrawn="1"/>
        </p:nvCxnSpPr>
        <p:spPr>
          <a:xfrm>
            <a:off x="457200" y="1219200"/>
            <a:ext cx="8229600" cy="0"/>
          </a:xfrm>
          <a:prstGeom prst="line">
            <a:avLst/>
          </a:prstGeom>
          <a:ln w="50800" cap="rnd">
            <a:solidFill>
              <a:srgbClr val="009D5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>
            <a:lvl1pPr>
              <a:defRPr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8382000" y="6544310"/>
            <a:ext cx="381000" cy="365125"/>
          </a:xfrm>
        </p:spPr>
        <p:txBody>
          <a:bodyPr/>
          <a:lstStyle>
            <a:lvl1pPr>
              <a:defRPr sz="110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fld id="{01D945C9-0277-4107-B589-EC55ECD240BC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Hope-and-Will.jpg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7269163" y="6299835"/>
            <a:ext cx="1112837" cy="558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 userDrawn="1"/>
        </p:nvSpPr>
        <p:spPr>
          <a:xfrm>
            <a:off x="990600" y="6550025"/>
            <a:ext cx="6477000" cy="307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Children’s Healthcare of Atlanta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8382000" y="6544310"/>
            <a:ext cx="381000" cy="365125"/>
          </a:xfrm>
        </p:spPr>
        <p:txBody>
          <a:bodyPr/>
          <a:lstStyle>
            <a:lvl1pPr>
              <a:defRPr sz="110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fld id="{01D945C9-0277-4107-B589-EC55ECD240BC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 userDrawn="1"/>
        </p:nvSpPr>
        <p:spPr>
          <a:xfrm>
            <a:off x="1752600" y="6550025"/>
            <a:ext cx="6477000" cy="307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Children’s Healthcare of Atlanta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8382000" y="6544310"/>
            <a:ext cx="381000" cy="365125"/>
          </a:xfrm>
        </p:spPr>
        <p:txBody>
          <a:bodyPr/>
          <a:lstStyle>
            <a:lvl1pPr>
              <a:defRPr sz="110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fld id="{01D945C9-0277-4107-B589-EC55ECD240BC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>
  <p:cSld name="Title, Clip Ar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228600"/>
            <a:ext cx="7620000" cy="762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lipArt Placeholder 2"/>
          <p:cNvSpPr>
            <a:spLocks noGrp="1"/>
          </p:cNvSpPr>
          <p:nvPr>
            <p:ph type="clipArt" sz="half" idx="1"/>
          </p:nvPr>
        </p:nvSpPr>
        <p:spPr>
          <a:xfrm>
            <a:off x="685800" y="1905000"/>
            <a:ext cx="3810000" cy="3962400"/>
          </a:xfrm>
        </p:spPr>
        <p:txBody>
          <a:bodyPr/>
          <a:lstStyle/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48200" y="1905000"/>
            <a:ext cx="3810000" cy="3962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209800" y="64008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>
                <a:ea typeface="ＭＳ Ｐゴシック" pitchFamily="34" charset="-128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91000" y="64008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>
                <a:ea typeface="ＭＳ Ｐゴシック" pitchFamily="34" charset="-128"/>
                <a:cs typeface="+mn-cs"/>
              </a:defRPr>
            </a:lvl1pPr>
          </a:lstStyle>
          <a:p>
            <a:pPr>
              <a:defRPr/>
            </a:pPr>
            <a:r>
              <a:rPr lang="en-US" dirty="0"/>
              <a:t>Children’s Center for Leadership                                                  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162800" y="63246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A25779-B8A7-4B12-861E-B8CE40622900}" type="slidenum">
              <a:rPr lang="en-US"/>
              <a:pPr>
                <a:defRPr/>
              </a:pPr>
              <a:t>‹#›</a:t>
            </a:fld>
            <a:endParaRPr lang="en-US" sz="1400" dirty="0">
              <a:latin typeface="Times New Roman" pitchFamily="18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5613" y="839788"/>
            <a:ext cx="4881562" cy="914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905000"/>
            <a:ext cx="8229600" cy="4221163"/>
          </a:xfrm>
        </p:spPr>
        <p:txBody>
          <a:bodyPr/>
          <a:lstStyle/>
          <a:p>
            <a:pPr lvl="0"/>
            <a:endParaRPr lang="en-US" noProof="0" dirty="0" smtClean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D0E649-A650-4A2F-B932-D041BA49DCF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152400"/>
            <a:ext cx="82296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295400"/>
            <a:ext cx="8229600" cy="4830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5800" y="6356350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000" b="0">
                <a:solidFill>
                  <a:schemeClr val="bg1">
                    <a:lumMod val="50000"/>
                  </a:schemeClr>
                </a:solidFill>
                <a:latin typeface="Archer Semibold" pitchFamily="50" charset="0"/>
              </a:defRPr>
            </a:lvl1pPr>
          </a:lstStyle>
          <a:p>
            <a:pPr>
              <a:defRPr/>
            </a:pPr>
            <a:fld id="{D423F924-74D2-45C3-9581-52674854CC0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15" r:id="rId2"/>
    <p:sldLayoutId id="2147483718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6" r:id="rId9"/>
    <p:sldLayoutId id="2147483719" r:id="rId10"/>
    <p:sldLayoutId id="2147483710" r:id="rId11"/>
    <p:sldLayoutId id="2147483717" r:id="rId12"/>
    <p:sldLayoutId id="2147483714" r:id="rId13"/>
    <p:sldLayoutId id="2147483723" r:id="rId14"/>
    <p:sldLayoutId id="2147483724" r:id="rId15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kern="1200">
          <a:solidFill>
            <a:srgbClr val="009D57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009D57"/>
          </a:solidFill>
          <a:latin typeface="Archer Semibold" pitchFamily="50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009D57"/>
          </a:solidFill>
          <a:latin typeface="Archer Semibold" pitchFamily="50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009D57"/>
          </a:solidFill>
          <a:latin typeface="Archer Semibold" pitchFamily="50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009D57"/>
          </a:solidFill>
          <a:latin typeface="Archer Semibold" pitchFamily="50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rgbClr val="009D57"/>
          </a:solidFill>
          <a:latin typeface="Archer Semibold" pitchFamily="50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rgbClr val="009D57"/>
          </a:solidFill>
          <a:latin typeface="Archer Semibold" pitchFamily="50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rgbClr val="009D57"/>
          </a:solidFill>
          <a:latin typeface="Archer Semibold" pitchFamily="50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rgbClr val="009D57"/>
          </a:solidFill>
          <a:latin typeface="Archer Semibold" pitchFamily="50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800" kern="1200">
          <a:solidFill>
            <a:srgbClr val="262626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400" kern="1200">
          <a:solidFill>
            <a:srgbClr val="262626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000" kern="1200">
          <a:solidFill>
            <a:srgbClr val="262626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800" kern="1200">
          <a:solidFill>
            <a:srgbClr val="262626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800" kern="1200">
          <a:solidFill>
            <a:srgbClr val="26262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152400"/>
            <a:ext cx="8229600" cy="990600"/>
          </a:xfrm>
        </p:spPr>
        <p:txBody>
          <a:bodyPr/>
          <a:lstStyle/>
          <a:p>
            <a:pPr algn="ctr"/>
            <a:r>
              <a:rPr lang="en-US" sz="2800" b="1" dirty="0" smtClean="0"/>
              <a:t>Clinical simulation promotes active learning and collaboration, responds to diverse learning styles and allow for high expectations.</a:t>
            </a:r>
            <a:endParaRPr lang="en-US" sz="2800" b="1" dirty="0"/>
          </a:p>
        </p:txBody>
      </p:sp>
      <p:pic>
        <p:nvPicPr>
          <p:cNvPr id="1026" name="Picture 2" descr="P:\Education Services\CLINICAL\Simulation Center\Pictures\SR Ribbon Cutting\DSC05898.jpg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1295400"/>
            <a:ext cx="3581400" cy="2686050"/>
          </a:xfrm>
          <a:prstGeom prst="rect">
            <a:avLst/>
          </a:prstGeom>
          <a:noFill/>
        </p:spPr>
      </p:pic>
      <p:pic>
        <p:nvPicPr>
          <p:cNvPr id="1027" name="Picture 3" descr="P:\Education Services\CLINICAL\Simulation Center\Pictures\SR Ribbon Cutting\DSC05911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14400" y="4114800"/>
            <a:ext cx="3454400" cy="2590800"/>
          </a:xfrm>
          <a:prstGeom prst="rect">
            <a:avLst/>
          </a:prstGeom>
          <a:noFill/>
        </p:spPr>
      </p:pic>
      <p:pic>
        <p:nvPicPr>
          <p:cNvPr id="1028" name="Picture 4" descr="P:\Education Services\CLINICAL\Simulation Center\Pictures\SR Sim Lab\photo_etiquetteposter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181600" y="1600200"/>
            <a:ext cx="3314700" cy="44196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Medication Administration Annual Competencies</a:t>
            </a:r>
            <a:endParaRPr lang="en-US" dirty="0"/>
          </a:p>
        </p:txBody>
      </p:sp>
      <p:pic>
        <p:nvPicPr>
          <p:cNvPr id="2051" name="Picture 3" descr="P:\Education Services\CLINICAL\Simulation Center\Pictures\Medication Administration 2013\medicationadministration_4-2-13_o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038600" y="3962400"/>
            <a:ext cx="3276600" cy="2457450"/>
          </a:xfrm>
          <a:prstGeom prst="rect">
            <a:avLst/>
          </a:prstGeom>
          <a:noFill/>
        </p:spPr>
      </p:pic>
      <p:pic>
        <p:nvPicPr>
          <p:cNvPr id="2052" name="Picture 4" descr="P:\Education Services\CLINICAL\Simulation Center\Pictures\Medication Administration 2013\medicationadministration_4-2-13_r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" y="4114800"/>
            <a:ext cx="3251200" cy="2438400"/>
          </a:xfrm>
          <a:prstGeom prst="rect">
            <a:avLst/>
          </a:prstGeom>
          <a:noFill/>
        </p:spPr>
      </p:pic>
      <p:pic>
        <p:nvPicPr>
          <p:cNvPr id="2053" name="Picture 5" descr="P:\Education Services\CLINICAL\Simulation Center\Pictures\Medication Administration 2013\medicationadministration_4-2-13_s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191000" y="1371600"/>
            <a:ext cx="3352800" cy="2514600"/>
          </a:xfrm>
          <a:prstGeom prst="rect">
            <a:avLst/>
          </a:prstGeom>
          <a:noFill/>
        </p:spPr>
      </p:pic>
      <p:pic>
        <p:nvPicPr>
          <p:cNvPr id="2054" name="Picture 6" descr="P:\Education Services\CLINICAL\Simulation Center\Pictures\SR Sim Lab\photo_medzone.JPG"/>
          <p:cNvPicPr>
            <a:picLocks noGrp="1" noChangeAspect="1" noChangeArrowheads="1"/>
          </p:cNvPicPr>
          <p:nvPr>
            <p:ph idx="1"/>
          </p:nvPr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219200" y="1295400"/>
            <a:ext cx="1981200" cy="26416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P:\Education Services\CLINICAL\Simulation Center\Pictures\Medication Administration 2013\medicationadministration_4-2-13_u.JPG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533400"/>
            <a:ext cx="3962400" cy="2971800"/>
          </a:xfrm>
          <a:prstGeom prst="rect">
            <a:avLst/>
          </a:prstGeom>
          <a:noFill/>
        </p:spPr>
      </p:pic>
      <p:pic>
        <p:nvPicPr>
          <p:cNvPr id="3075" name="Picture 3" descr="P:\Education Services\CLINICAL\Simulation Center\Pictures\Medication Administration 2013\medicationadministration_4-4-13_j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0" y="304800"/>
            <a:ext cx="3733800" cy="2800350"/>
          </a:xfrm>
          <a:prstGeom prst="rect">
            <a:avLst/>
          </a:prstGeom>
          <a:noFill/>
        </p:spPr>
      </p:pic>
      <p:pic>
        <p:nvPicPr>
          <p:cNvPr id="3076" name="Picture 4" descr="P:\Education Services\CLINICAL\Simulation Center\Pictures\Medication Administration 2013\medicationadministration_4-4-13_n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90600" y="3752850"/>
            <a:ext cx="3429000" cy="2571750"/>
          </a:xfrm>
          <a:prstGeom prst="rect">
            <a:avLst/>
          </a:prstGeom>
          <a:noFill/>
        </p:spPr>
      </p:pic>
      <p:pic>
        <p:nvPicPr>
          <p:cNvPr id="2050" name="Picture 2" descr="P:\Education Services\CLINICAL\Simulation Center\Pictures\SR Ribbon Cutting\DSC05910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953000" y="3429000"/>
            <a:ext cx="3657600" cy="27432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2012 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w Cen MT">
      <a:majorFont>
        <a:latin typeface="Tw Cen MT"/>
        <a:ea typeface=""/>
        <a:cs typeface=""/>
      </a:majorFont>
      <a:minorFont>
        <a:latin typeface="Tw Cen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B0FB2C6ABEC65479E8AA3347DD68E86" ma:contentTypeVersion="0" ma:contentTypeDescription="Create a new document." ma:contentTypeScope="" ma:versionID="a2d51b441e9a126f29512c348ec8f8ed">
  <xsd:schema xmlns:xsd="http://www.w3.org/2001/XMLSchema" xmlns:xs="http://www.w3.org/2001/XMLSchema" xmlns:p="http://schemas.microsoft.com/office/2006/metadata/properties" xmlns:ns2="ba5c537b-76b1-4cd5-9d4c-86b4b8c0019a" targetNamespace="http://schemas.microsoft.com/office/2006/metadata/properties" ma:root="true" ma:fieldsID="039c945749aff10dd2fa070e50eba845" ns2:_="">
    <xsd:import namespace="ba5c537b-76b1-4cd5-9d4c-86b4b8c0019a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5c537b-76b1-4cd5-9d4c-86b4b8c0019a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spe:Receivers xmlns:spe="http://schemas.microsoft.com/sharepoint/events"/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A36295A-B945-4C82-8C6B-F853A8DC4A7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a5c537b-76b1-4cd5-9d4c-86b4b8c0019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A2734BC-A3C4-46C6-8948-71C8C5B1A97B}">
  <ds:schemaRefs>
    <ds:schemaRef ds:uri="http://schemas.microsoft.com/office/2006/documentManagement/types"/>
    <ds:schemaRef ds:uri="http://purl.org/dc/elements/1.1/"/>
    <ds:schemaRef ds:uri="http://purl.org/dc/terms/"/>
    <ds:schemaRef ds:uri="http://purl.org/dc/dcmitype/"/>
    <ds:schemaRef ds:uri="http://www.w3.org/XML/1998/namespace"/>
    <ds:schemaRef ds:uri="http://schemas.microsoft.com/office/2006/metadata/properties"/>
    <ds:schemaRef ds:uri="ba5c537b-76b1-4cd5-9d4c-86b4b8c0019a"/>
    <ds:schemaRef ds:uri="http://schemas.openxmlformats.org/package/2006/metadata/core-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D8A9D14F-C51F-40D1-964D-79174CFB373E}">
  <ds:schemaRefs>
    <ds:schemaRef ds:uri="http://schemas.microsoft.com/sharepoint/events"/>
  </ds:schemaRefs>
</ds:datastoreItem>
</file>

<file path=customXml/itemProps4.xml><?xml version="1.0" encoding="utf-8"?>
<ds:datastoreItem xmlns:ds="http://schemas.openxmlformats.org/officeDocument/2006/customXml" ds:itemID="{D963D8ED-181A-432D-AE19-FA0D5420CDE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8510</TotalTime>
  <Words>23</Words>
  <Application>Microsoft Office PowerPoint</Application>
  <PresentationFormat>On-screen Show (4:3)</PresentationFormat>
  <Paragraphs>2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2012 Template</vt:lpstr>
      <vt:lpstr>Clinical simulation promotes active learning and collaboration, responds to diverse learning styles and allow for high expectations.</vt:lpstr>
      <vt:lpstr>Medication Administration Annual Competencies</vt:lpstr>
      <vt:lpstr>Slide 3</vt:lpstr>
    </vt:vector>
  </TitlesOfParts>
  <Company>Children's Healthcare of Atlanta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Children’s Healthcare of Atlanta</dc:title>
  <dc:creator>Chris Thornton</dc:creator>
  <cp:lastModifiedBy>lorisa a williams</cp:lastModifiedBy>
  <cp:revision>832</cp:revision>
  <cp:lastPrinted>2012-03-27T20:50:30Z</cp:lastPrinted>
  <dcterms:created xsi:type="dcterms:W3CDTF">2012-03-06T21:24:02Z</dcterms:created>
  <dcterms:modified xsi:type="dcterms:W3CDTF">2013-06-28T19:09:59Z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0x0101001B0FB2C6ABEC65479E8AA3347DD68E86</vt:lpwstr>
  </property>
</Properties>
</file>