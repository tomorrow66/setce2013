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9"/>
  </p:notesMasterIdLst>
  <p:sldIdLst>
    <p:sldId id="331" r:id="rId6"/>
    <p:sldId id="333" r:id="rId7"/>
    <p:sldId id="329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9D57"/>
    <a:srgbClr val="780032"/>
    <a:srgbClr val="7AC142"/>
    <a:srgbClr val="52BDEC"/>
    <a:srgbClr val="F28D1E"/>
    <a:srgbClr val="AD208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058" autoAdjust="0"/>
  </p:normalViewPr>
  <p:slideViewPr>
    <p:cSldViewPr>
      <p:cViewPr varScale="1">
        <p:scale>
          <a:sx n="67" d="100"/>
          <a:sy n="67" d="100"/>
        </p:scale>
        <p:origin x="-9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796981D-1B90-48F0-8ACD-F504B659A3C4}" type="datetimeFigureOut">
              <a:rPr lang="en-US"/>
              <a:pPr>
                <a:defRPr/>
              </a:pPr>
              <a:t>06/28/2013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B1E04C4-209E-42C0-BB16-60A19275D1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5888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 Leadership: the process of influencing oneself to establish the self direction and self motivation needed to perform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Manz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Neck, 2008)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personal mastery, demonstrate confidence, able to trust and empower others, know how communication and actions impact others and sensitive to others’ cues, emotional intelligence, authenticity, personal accountability, career planning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1E04C4-209E-42C0-BB16-60A19275D14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Deliver 7 online lessons and live debriefs over 42 weeks or 10 months (1 lesson / 6 weeks)</a:t>
            </a:r>
          </a:p>
          <a:p>
            <a:r>
              <a:rPr lang="en-US" dirty="0" smtClean="0"/>
              <a:t>Educators conduct debriefing sessions</a:t>
            </a:r>
          </a:p>
          <a:p>
            <a:r>
              <a:rPr lang="en-US" dirty="0" smtClean="0"/>
              <a:t>2000+clinical RNs (including staff / ANMs / mgrs)</a:t>
            </a:r>
          </a:p>
          <a:p>
            <a:r>
              <a:rPr lang="en-US" dirty="0" smtClean="0"/>
              <a:t>ANMs/Mgrs/high performers part of first cohort</a:t>
            </a:r>
          </a:p>
          <a:p>
            <a:r>
              <a:rPr lang="en-US" dirty="0" smtClean="0"/>
              <a:t>4 Cohorts over 2 years</a:t>
            </a:r>
          </a:p>
          <a:p>
            <a:r>
              <a:rPr lang="en-US" dirty="0" smtClean="0"/>
              <a:t>400 RNs / cohort (approx 15 RNs per dept)</a:t>
            </a:r>
          </a:p>
          <a:p>
            <a:r>
              <a:rPr lang="en-US" dirty="0" smtClean="0"/>
              <a:t>Develop live ½ or full day program for nurse-specific content at conclusion of each cohort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0CD21E-677C-4AA1-8125-768222F95C01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778934" y="6584951"/>
            <a:ext cx="3816773" cy="1346041"/>
          </a:xfrm>
          <a:prstGeom prst="rect">
            <a:avLst/>
          </a:prstGeom>
          <a:solidFill>
            <a:srgbClr val="002060"/>
          </a:solidFill>
        </p:spPr>
        <p:txBody>
          <a:bodyPr lIns="93177" tIns="46589" rIns="93177" bIns="46589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Aug 2012 - May 2013</a:t>
            </a:r>
          </a:p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January 2013 - Oct 2013</a:t>
            </a:r>
          </a:p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June 2013 - March 2014</a:t>
            </a:r>
          </a:p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Nov 2013 - Aug 2014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4008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5720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logo with tag rgb horz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486400" y="5621020"/>
            <a:ext cx="3048000" cy="1054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5387975"/>
            <a:ext cx="7086600" cy="13176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Children’s Healthcare of Atlanta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608"/>
            <a:ext cx="4040188" cy="7159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76608"/>
            <a:ext cx="4041775" cy="7159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09800"/>
            <a:ext cx="4041775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6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>
                    <a:lumMod val="50000"/>
                  </a:schemeClr>
                </a:solidFill>
                <a:latin typeface="Archer Semibold" pitchFamily="50" charset="0"/>
              </a:defRPr>
            </a:lvl1pPr>
          </a:lstStyle>
          <a:p>
            <a:pPr>
              <a:defRPr/>
            </a:pPr>
            <a:fld id="{D423F924-74D2-45C3-9581-52674854CC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5" r:id="rId2"/>
    <p:sldLayoutId id="2147483718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6" r:id="rId9"/>
    <p:sldLayoutId id="2147483719" r:id="rId10"/>
    <p:sldLayoutId id="2147483710" r:id="rId11"/>
    <p:sldLayoutId id="2147483717" r:id="rId12"/>
    <p:sldLayoutId id="2147483714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009D5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Staff Nurse Competency</a:t>
            </a:r>
            <a:endParaRPr lang="en-US" dirty="0"/>
          </a:p>
        </p:txBody>
      </p:sp>
      <p:pic>
        <p:nvPicPr>
          <p:cNvPr id="5" name="Content Placeholder 4" descr="Final clinical competency model graphic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14400" y="1371600"/>
            <a:ext cx="3938016" cy="469392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667000" y="2438400"/>
            <a:ext cx="2971800" cy="6858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819400" y="4038600"/>
            <a:ext cx="2819400" cy="6096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562600" y="1676400"/>
            <a:ext cx="28956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does it look like?</a:t>
            </a:r>
          </a:p>
          <a:p>
            <a:pPr algn="ctr"/>
            <a:r>
              <a:rPr lang="en-US" dirty="0" smtClean="0"/>
              <a:t>Self Awareness</a:t>
            </a:r>
          </a:p>
          <a:p>
            <a:pPr algn="ctr"/>
            <a:r>
              <a:rPr lang="en-US" dirty="0" smtClean="0"/>
              <a:t>Accountability</a:t>
            </a:r>
          </a:p>
          <a:p>
            <a:pPr algn="ctr"/>
            <a:r>
              <a:rPr lang="en-US" dirty="0" smtClean="0"/>
              <a:t>Personal Mastery</a:t>
            </a:r>
          </a:p>
          <a:p>
            <a:pPr algn="ctr"/>
            <a:r>
              <a:rPr lang="en-US" dirty="0" smtClean="0"/>
              <a:t>Empowerment</a:t>
            </a:r>
          </a:p>
          <a:p>
            <a:pPr algn="ctr"/>
            <a:r>
              <a:rPr lang="en-US" dirty="0" smtClean="0"/>
              <a:t>Manages Up</a:t>
            </a:r>
          </a:p>
          <a:p>
            <a:pPr algn="ctr"/>
            <a:r>
              <a:rPr lang="en-US" dirty="0" smtClean="0"/>
              <a:t>Confidence</a:t>
            </a:r>
          </a:p>
          <a:p>
            <a:pPr algn="ctr"/>
            <a:r>
              <a:rPr lang="en-US" dirty="0" smtClean="0"/>
              <a:t>Communication</a:t>
            </a:r>
          </a:p>
          <a:p>
            <a:pPr algn="ctr"/>
            <a:r>
              <a:rPr lang="en-US" dirty="0" smtClean="0"/>
              <a:t>Career Planning</a:t>
            </a:r>
          </a:p>
          <a:p>
            <a:pPr algn="ctr"/>
            <a:r>
              <a:rPr lang="en-US" dirty="0" smtClean="0"/>
              <a:t>Initiative</a:t>
            </a:r>
          </a:p>
          <a:p>
            <a:pPr algn="ctr"/>
            <a:r>
              <a:rPr lang="en-US" dirty="0" smtClean="0"/>
              <a:t>Authenticity</a:t>
            </a:r>
          </a:p>
          <a:p>
            <a:pPr algn="ctr"/>
            <a:r>
              <a:rPr lang="en-US" dirty="0" smtClean="0"/>
              <a:t>Action impact on Others</a:t>
            </a:r>
          </a:p>
          <a:p>
            <a:pPr algn="ctr"/>
            <a:r>
              <a:rPr lang="en-US" dirty="0" smtClean="0"/>
              <a:t>Emotional Intelligence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CHOA Curriculum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152400" y="914400"/>
          <a:ext cx="8839200" cy="567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2800"/>
                <a:gridCol w="29464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Lesson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Learning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87878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Temperaments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– Understanding your inborn temperaments so that you can become acutely aware of feelings and preferences that drive you to act and react to those around you.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 -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awareness and 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knowledge</a:t>
                      </a:r>
                    </a:p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Personal development</a:t>
                      </a:r>
                    </a:p>
                    <a:p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Self- modulation and regulation</a:t>
                      </a:r>
                    </a:p>
                    <a:p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Understanding others</a:t>
                      </a:r>
                      <a:endParaRPr lang="en-US" sz="1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87878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Self Leadership and Diagnosis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– Understand diagnosis in the context of self-leadership. Identify self-motivators for doing your best work. Learn how to assess your stage of development on goals and tasks to get what you need.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Self- awareness</a:t>
                      </a:r>
                    </a:p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Planning work</a:t>
                      </a:r>
                    </a:p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Personal development</a:t>
                      </a:r>
                    </a:p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Process management</a:t>
                      </a:r>
                    </a:p>
                  </a:txBody>
                  <a:tcPr/>
                </a:tc>
              </a:tr>
              <a:tr h="60463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Needs and Values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- </a:t>
                      </a:r>
                      <a:r>
                        <a:rPr lang="en-US" sz="1200" dirty="0" smtClean="0"/>
                        <a:t>Learn why it is essential to understand your own needs and values---first by identifying them,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and then by working to get your needs met effectively and successfully aligning them with your values. 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 -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awareness and 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knowledge</a:t>
                      </a:r>
                    </a:p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Personal development</a:t>
                      </a:r>
                    </a:p>
                    <a:p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Self- modulation and regulation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Interpersonal Communication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– Improve your ability to modify your communication habits and choices to better serve your purpose and achieve your goals. Learn the communication loop and keys to effective communication.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Listening</a:t>
                      </a:r>
                    </a:p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 awareness and knowledge</a:t>
                      </a:r>
                    </a:p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Self -modulation and regulation</a:t>
                      </a:r>
                    </a:p>
                  </a:txBody>
                  <a:tcPr/>
                </a:tc>
              </a:tr>
              <a:tr h="62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One on One Meetings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– Discover how to ask for your one on one time with your leader. Learn how to prepare and create a powerful agenda and ask for what you need to be successful. 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Planning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Caring about 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Motivating others</a:t>
                      </a:r>
                    </a:p>
                  </a:txBody>
                  <a:tcPr horzOverflow="overflow"/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Temperaments and Others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– Build on what you have already learned regarding temperaments by spending more time looking at the impact of your shadow temperament.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Approachability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Understanding 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Peer relationships</a:t>
                      </a:r>
                    </a:p>
                  </a:txBody>
                  <a:tcPr horzOverflow="overflow"/>
                </a:tc>
              </a:tr>
              <a:tr h="87878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Partnering for Performance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cs typeface="Arial" charset="0"/>
                        </a:rPr>
                        <a:t> – Learn the definition of partnering for performance and the partnering process, including getting agreement on goals, tasks, development level, and leadership style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Motivating 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Planning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Fairness and compassion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Caring about and developing 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</a:rPr>
                        <a:t>Listening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6477000" cy="914400"/>
          </a:xfrm>
        </p:spPr>
        <p:txBody>
          <a:bodyPr/>
          <a:lstStyle/>
          <a:p>
            <a:r>
              <a:rPr lang="en-US" dirty="0" smtClean="0"/>
              <a:t>Program Flow – 5 Cohorts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B71B6E-1EA3-414D-829B-B4469CB6166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lowchart: Alternate Process 4"/>
          <p:cNvSpPr/>
          <p:nvPr/>
        </p:nvSpPr>
        <p:spPr>
          <a:xfrm>
            <a:off x="914400" y="3581400"/>
            <a:ext cx="2057400" cy="12192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Online Lesson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600" y="3124200"/>
            <a:ext cx="1905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200" y="312420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09800"/>
            <a:ext cx="19812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Live Conference – Nursing Focused</a:t>
            </a:r>
          </a:p>
        </p:txBody>
      </p:sp>
      <p:sp>
        <p:nvSpPr>
          <p:cNvPr id="10" name="Curved Right Arrow 9"/>
          <p:cNvSpPr/>
          <p:nvPr/>
        </p:nvSpPr>
        <p:spPr>
          <a:xfrm>
            <a:off x="381000" y="2133600"/>
            <a:ext cx="1295400" cy="3886200"/>
          </a:xfrm>
          <a:prstGeom prst="curved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Left Arrow 10"/>
          <p:cNvSpPr/>
          <p:nvPr/>
        </p:nvSpPr>
        <p:spPr>
          <a:xfrm>
            <a:off x="3886200" y="2133600"/>
            <a:ext cx="1600200" cy="3886200"/>
          </a:xfrm>
          <a:prstGeom prst="curved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1200" y="1828800"/>
            <a:ext cx="16002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7 Lessons = 42 weeks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38800" y="3581400"/>
            <a:ext cx="533400" cy="4572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Flowchart: Alternate Process 13"/>
          <p:cNvSpPr/>
          <p:nvPr/>
        </p:nvSpPr>
        <p:spPr>
          <a:xfrm>
            <a:off x="228600" y="1371600"/>
            <a:ext cx="8458200" cy="487680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rapezoid 14"/>
          <p:cNvSpPr/>
          <p:nvPr/>
        </p:nvSpPr>
        <p:spPr>
          <a:xfrm>
            <a:off x="2057400" y="5334000"/>
            <a:ext cx="1524000" cy="60960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400 Learners</a:t>
            </a:r>
          </a:p>
        </p:txBody>
      </p:sp>
      <p:sp>
        <p:nvSpPr>
          <p:cNvPr id="31" name="Flowchart: Alternate Process 30"/>
          <p:cNvSpPr/>
          <p:nvPr/>
        </p:nvSpPr>
        <p:spPr>
          <a:xfrm>
            <a:off x="3048000" y="3581400"/>
            <a:ext cx="2057400" cy="12192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Live </a:t>
            </a:r>
            <a:r>
              <a:rPr lang="en-US" dirty="0" smtClean="0"/>
              <a:t>Debrief by Educators </a:t>
            </a:r>
            <a:endParaRPr lang="en-US" dirty="0"/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152400" y="6248400"/>
            <a:ext cx="6477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D57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en-US" sz="20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9D57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D57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Cohort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9D57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June 2013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9D57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theme/theme1.xml><?xml version="1.0" encoding="utf-8"?>
<a:theme xmlns:a="http://schemas.openxmlformats.org/drawingml/2006/main" name="NEW Internal PowerPoint Template - Children's Healthcare of Atlant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FB2C6ABEC65479E8AA3347DD68E86" ma:contentTypeVersion="0" ma:contentTypeDescription="Create a new document." ma:contentTypeScope="" ma:versionID="a2d51b441e9a126f29512c348ec8f8ed">
  <xsd:schema xmlns:xsd="http://www.w3.org/2001/XMLSchema" xmlns:xs="http://www.w3.org/2001/XMLSchema" xmlns:p="http://schemas.microsoft.com/office/2006/metadata/properties" xmlns:ns2="ba5c537b-76b1-4cd5-9d4c-86b4b8c0019a" targetNamespace="http://schemas.microsoft.com/office/2006/metadata/properties" ma:root="true" ma:fieldsID="039c945749aff10dd2fa070e50eba845" ns2:_="">
    <xsd:import namespace="ba5c537b-76b1-4cd5-9d4c-86b4b8c0019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c537b-76b1-4cd5-9d4c-86b4b8c0019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A9D14F-C51F-40D1-964D-79174CFB373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963D8ED-181A-432D-AE19-FA0D5420C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2734BC-A3C4-46C6-8948-71C8C5B1A97B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ba5c537b-76b1-4cd5-9d4c-86b4b8c0019a"/>
    <ds:schemaRef ds:uri="http://schemas.openxmlformats.org/package/2006/metadata/core-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6A36295A-B945-4C82-8C6B-F853A8DC4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5c537b-76b1-4cd5-9d4c-86b4b8c001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Internal PowerPoint Template - Children's Healthcare of Atlanta</Template>
  <TotalTime>129</TotalTime>
  <Words>525</Words>
  <Application>Microsoft Office PowerPoint</Application>
  <PresentationFormat>On-screen Show (4:3)</PresentationFormat>
  <Paragraphs>78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NEW Internal PowerPoint Template - Children's Healthcare of Atlanta</vt:lpstr>
      <vt:lpstr>Staff Nurse Competency</vt:lpstr>
      <vt:lpstr>CHOA Curriculum</vt:lpstr>
      <vt:lpstr>Program Flow – 5 Cohorts</vt:lpstr>
    </vt:vector>
  </TitlesOfParts>
  <Company>Children's Healthcare of Atlanta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the Leader in You - FLY</dc:title>
  <dc:creator>klandy</dc:creator>
  <cp:lastModifiedBy>lorisa a williams</cp:lastModifiedBy>
  <cp:revision>10</cp:revision>
  <cp:lastPrinted>2012-03-27T20:50:30Z</cp:lastPrinted>
  <dcterms:created xsi:type="dcterms:W3CDTF">2012-09-06T15:46:48Z</dcterms:created>
  <dcterms:modified xsi:type="dcterms:W3CDTF">2013-06-28T19:07:45Z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0x0101001B0FB2C6ABEC65479E8AA3347DD68E86</vt:lpwstr>
  </property>
</Properties>
</file>